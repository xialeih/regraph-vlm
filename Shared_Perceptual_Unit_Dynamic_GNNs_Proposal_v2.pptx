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NSD official site: 8 healthy adults, 7T, 30–40 sessions, 1.8-mm isotropic, continuous recognition task. citeturn902380search0
- THINGS-data eLife paper: multimodal fMRI/MEG/behavior dataset with object concepts and behavioral similarity judgments. citeturn902380search3
- BrainGNN paper metadata and abstract. citeturn902380search4turn902380search2
- EvolveGCN overview and citation signal. citeturn902380search6turn902380search1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Brain connectivity review emphasizing dynamic connectivity, interpretability, scalability, heterogeneity, and future temporal/dynamic GNN directions. citeturn105632search0
- NSD continuous recognition task and repeated visual input regime. citeturn902380search0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Brain connectivity review on interpretability, scalability, heterogeneity, and temporal/dynamic GNN needs. citeturn105632search0
- BrainGNN abstract and formulation. citeturn902380search4
- EvolveGCN abstract. citeturn902380search6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BrainGNN paper and abstract: ROI-based graph nodes, functional connectivity edges, interpretability. citeturn902380search4turn902380search2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EvolveGCN overview and summary. citeturn902380search6turn902380search1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NSD official site. citeturn902380search0
- THINGS-data paper. citeturn902380search3
- BOLD5000 official site. citeturn902380search7turn902380search5
- NOD multimodal dataset paper. citeturn105632search3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F7A"/>
          </a:solidFill>
          <a:ln w="12700">
            <a:solidFill>
              <a:srgbClr val="173F7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005840"/>
            <a:ext cx="108356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25400" dist="16510" dir="27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0120" y="14630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Shared Perceptual-Unit Dynamic GNNs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for Visual Brain Dynamics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87552" y="2487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</a:rPr>
              <a:t>Cross-subject shared latent graph space for visual perception and recognition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</a:rPr>
              <a:t>Open public datasets: NSD, THINGS, optional BOLD5000 / NOD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240280" cy="9144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A9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79408" y="16642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F7A"/>
                </a:solidFill>
              </a:rPr>
              <a:t>Anchor 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F7A"/>
                </a:solidFill>
              </a:rPr>
              <a:t>BrainGNN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32520" y="2532888"/>
            <a:ext cx="2240280" cy="914400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8DD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79408" y="2770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D94"/>
                </a:solidFill>
              </a:rPr>
              <a:t>Anchor 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9D94"/>
                </a:solidFill>
              </a:rPr>
              <a:t>EvolveGCN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749040"/>
            <a:ext cx="6995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4213D"/>
                </a:solidFill>
              </a:rPr>
              <a:t>Core idea: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14213D"/>
                </a:solidFill>
              </a:rPr>
              <a:t>learn a shared mesoscopic functional node space first, then model stimulus-conditioned graph dynamics for visual recognition.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1. Big question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Not “another brain GNN”, but a framework for shared node discovery and visual brain dynamics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298448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Scientific questions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13232" y="1572768"/>
            <a:ext cx="337413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Which functional units respond first after visual input?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Which units are later recruited into recognition-related subnetworks?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Can these dynamic patterns be shared across subjects?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343400" y="118872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298448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Main obstacles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462272" y="1572768"/>
            <a:ext cx="337413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Public datasets have many trials but few subjects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Voxel spaces differ across subjects; fixed ROIs may be too rigid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Pure connectivity summaries are descriptive but not easily transferable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092440" y="118872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29844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Our stance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211312" y="1572768"/>
            <a:ext cx="328269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The bottleneck is not only dynamics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The harder question is how to define a shared node space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Perception/alignment should precede graph reasoning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F3F7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376732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Target outputs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758952" y="4041648"/>
            <a:ext cx="323697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Visual category / concept / recognition-state prediction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Image embedding or retrieval targets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F3F7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2" y="376732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Structural outputs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4462272" y="4041648"/>
            <a:ext cx="323697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Which shared units are critical?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Which edges become important during recognition?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474720" cy="1508760"/>
          </a:xfrm>
          <a:prstGeom prst="roundRect">
            <a:avLst>
              <a:gd name="adj" fmla="val 3636"/>
            </a:avLst>
          </a:prstGeom>
          <a:solidFill>
            <a:srgbClr val="F3F7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11312" y="376732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Dynamic outputs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8165592" y="4041648"/>
            <a:ext cx="323697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Which units are recruited first?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What graph trajectory unfolds over time?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2. Why existing routes are not enough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Each current route solves only part of the problem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448056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29844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Traditional statistical inference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58952" y="1572768"/>
            <a:ext cx="3419856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Strong for predefined hypotheses and pairwise connectivity differences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Clear effect sizes and significance tests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Weak at learning shared cross-subject representations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Less natural for higher-order subnetworks and transferable dynamics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3657600" cy="448056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29844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ROI-based brain GNNs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645152" y="1572768"/>
            <a:ext cx="3419856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Nodes are usually atlas-defined ROIs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Inter-subject variability is largely handled by registration + atlas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Interpretability is good, but the node space is fixed in advance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This may be too rigid for visual representation learning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412480" y="1188720"/>
            <a:ext cx="3154680" cy="448056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77072" y="129844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General dynamic GNNs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531352" y="1572768"/>
            <a:ext cx="2916936" cy="4005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Strong for evolving graphs in CS settings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Usually assume the node space is already given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Do not solve cross-subject alignment by themselves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Temporal benchmarks are not the same as visual brain dynamics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3. Anchor paper 1 — BrainGNN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What it gives us, and what it leaves open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29844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Graph construction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572768"/>
            <a:ext cx="309981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Nodes: atlas-defined ROIs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Edges: ROI-ROI functional connectivity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Each subject is a ROI-level brain graph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335584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Strengths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50392" y="3630168"/>
            <a:ext cx="309981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ROI-level interpretability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Clear neuroscientific language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A strong anchor for brain graph modeling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343400" y="1188720"/>
            <a:ext cx="3566160" cy="3886200"/>
          </a:xfrm>
          <a:prstGeom prst="roundRect">
            <a:avLst>
              <a:gd name="adj" fmla="val 1538"/>
            </a:avLst>
          </a:prstGeom>
          <a:solidFill>
            <a:srgbClr val="F3F7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129844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Key assumption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462272" y="1572768"/>
            <a:ext cx="332841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Parcellation already provides a shared node space across subjects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The graph is “aligned” before learning starts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This is practical, but may be too rigid for cross-subject visual modeling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183880" y="1188720"/>
            <a:ext cx="3383280" cy="3886200"/>
          </a:xfrm>
          <a:prstGeom prst="roundRect">
            <a:avLst>
              <a:gd name="adj" fmla="val 1622"/>
            </a:avLst>
          </a:prstGeom>
          <a:solidFill>
            <a:srgbClr val="EAF7F5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8472" y="1298448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9D94"/>
                </a:solidFill>
              </a:rPr>
              <a:t>Our extension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302752" y="1572768"/>
            <a:ext cx="314553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Keep the graph view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Replace fixed ROI nodes with learned shared mesoscopic units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Move from fixed node space to learned node space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4. Anchor paper 2 — EvolveGCN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A high-impact CS-side reference for dynamic graph reasoning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34416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Core idea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618488"/>
            <a:ext cx="319125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Graphs evolve over time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GCN parameters evolve across snapshots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The model is designed for dynamic graphs, not static ones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340156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Why it matters here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50392" y="3675888"/>
            <a:ext cx="319125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Our learned shared-unit graphs also evolve over time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We need dynamic graph reasoning, not static graph classification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657600" cy="3886200"/>
          </a:xfrm>
          <a:prstGeom prst="roundRect">
            <a:avLst>
              <a:gd name="adj" fmla="val 1500"/>
            </a:avLst>
          </a:prstGeom>
          <a:solidFill>
            <a:srgbClr val="F3F7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134416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What it does not solve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53712" y="1618488"/>
            <a:ext cx="341985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It assumes the node space is already defined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It does not address cross-subject alignment or voxel-to-node learning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It is a dynamic graph learner, not a shared node-space learner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321040" y="1234440"/>
            <a:ext cx="3246120" cy="3886200"/>
          </a:xfrm>
          <a:prstGeom prst="roundRect">
            <a:avLst>
              <a:gd name="adj" fmla="val 1690"/>
            </a:avLst>
          </a:prstGeom>
          <a:solidFill>
            <a:srgbClr val="FFF4E8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85632" y="1344168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28B30"/>
                </a:solidFill>
              </a:rPr>
              <a:t>Our extra step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439912" y="1618488"/>
            <a:ext cx="300837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Learn a shared mesoscopic node space first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Then apply dynamic graph reasoning on that learned space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5. The gap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What is missing between BrainGNN and general dynamic GNNs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2461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527048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BrainGNN path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941832" y="1801368"/>
            <a:ext cx="300837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Fixed ROI graph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Graph learning after node space is fixed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Good interpretability, limited flexibility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24612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5152" y="1527048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EvolveGCN path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599432" y="1801368"/>
            <a:ext cx="300837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Dynamic reasoning on evolving graphs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Strong temporal modeling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No answer to how the shared node space should be defined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138160" y="1417320"/>
            <a:ext cx="3246120" cy="3108960"/>
          </a:xfrm>
          <a:prstGeom prst="roundRect">
            <a:avLst>
              <a:gd name="adj" fmla="val 1765"/>
            </a:avLst>
          </a:prstGeom>
          <a:solidFill>
            <a:srgbClr val="EAF7F5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527048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9D94"/>
                </a:solidFill>
              </a:rPr>
              <a:t>Our path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257032" y="1801368"/>
            <a:ext cx="300837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Voxel/fine-scale signal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Learn shared mesoscopic nodes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Construct dynamic graphs in that space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Then reason over graph evolution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Missing piece: a learned shared node space before dynamic graph reasoning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6. Core idea: perception, then reasoning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Do not start from a fixed ROI graph; learn the node space first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13232" y="1371600"/>
            <a:ext cx="530352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48132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Stage 1 — Perception / alignment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32104" y="1755648"/>
            <a:ext cx="5065776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Input: voxel-level or fine-scale neural responses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Output: shared mesoscopic functional units across subjects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Purpose: reduce subject variability, denoise, and define graph nodes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303520" cy="3931920"/>
          </a:xfrm>
          <a:prstGeom prst="roundRect">
            <a:avLst>
              <a:gd name="adj" fmla="val 1395"/>
            </a:avLst>
          </a:prstGeom>
          <a:solidFill>
            <a:srgbClr val="F3F7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36792" y="148132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Stage 2 — Dynamic graph reasoning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291072" y="1755648"/>
            <a:ext cx="5065776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Input: time-varying node activations in the shared space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Construct a graph sequence over shared units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Use dynamic GNNs to model recruitment, interactions, and recognition-related trajectories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005840" y="54864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F7A"/>
                </a:solidFill>
              </a:rPr>
              <a:t>Key idea: learned node space first → dynamic graph reasoning second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7. Data formulation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The final training object is a dynamic graph sequence for each subject-stimulus pair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49808" y="137160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8132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Original sample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755648"/>
            <a:ext cx="3282696" cy="3319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subject 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stimulus x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time-resolved brain signal X_t^(s,x)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high-dimensional voxel-space observation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361688" y="137160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48132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After shared embedding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480560" y="1755648"/>
            <a:ext cx="3282696" cy="3319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project X_t^(s,x) into K shared units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obtain node features H_t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the node set stays fixed across time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7973568" y="137160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EAF7F5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38160" y="148132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9D94"/>
                </a:solidFill>
              </a:rPr>
              <a:t>Dynamic graph sample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092440" y="1755648"/>
            <a:ext cx="3282696" cy="3319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for each t: G_t = (V, A_t, H_t)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V = shared units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A_t = task-relevant functional relations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one sample = {G_1,...,G_T} for one subject-stimulus pair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55046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67085"/>
                </a:solidFill>
              </a:rPr>
              <a:t>This is not a new public dataset name; it is a learned graph-level representation derived from public datasets.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8. What is learned?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Separate node-space learning, edge learning, and graph-level reasoning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4747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356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Layer 1 — Shared units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323697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Learn subject-shared mesoscopic functional units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These units act as graph nodes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This is the main answer to cross-subject variability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34747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14356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Layer 2 — Dynamic edges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507992" y="1709928"/>
            <a:ext cx="323697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Infer task-relevant functional relations among units over time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Edges are latent relations, not assumed ground-truth anatomy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4747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4356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Layer 3 — Graph trajectories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165592" y="1709928"/>
            <a:ext cx="3236976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Encode whole graph evolution patterns during recognition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Support prediction, transfer, and interpretation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234440" y="3657600"/>
            <a:ext cx="10058400" cy="1463040"/>
          </a:xfrm>
          <a:prstGeom prst="roundRect">
            <a:avLst>
              <a:gd name="adj" fmla="val 3750"/>
            </a:avLst>
          </a:prstGeom>
          <a:solidFill>
            <a:srgbClr val="F3F7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99032" y="3767328"/>
            <a:ext cx="9729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Outputs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1353312" y="4041648"/>
            <a:ext cx="982065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Task outputs: category, concept, recognition state, image-embedding targets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Analysis outputs: node saliency, edge saliency, time-window importance, recruitment order, dynamic subnetworks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9. Graph construction in the shared unit space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Nodes are fixed; node features and edges evolve over time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3560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Node features H_t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3282696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Neural activity of each shared unit at time t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First implementation: fMRI-derived activation summaries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Later extension: richer temporal summaries or uncertainty terms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407408" y="132588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43560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Base graph A^base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526280" y="1709928"/>
            <a:ext cx="3282696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A stable scaffold estimated from training data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Candidates: unit-level correlation, partial correlation, top-k similarity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Provides robustness and interpretability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083296" y="132588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FF4E8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47888" y="143560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28B30"/>
                </a:solidFill>
              </a:rPr>
              <a:t>Dynamic edge generator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202168" y="1709928"/>
            <a:ext cx="3282696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Infer A_t^dyn(i,j) from node states h_i(t), h_j(t)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Recommended: bilinear scorer or small pairwise MLP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Final edge: A_t = αA^base + (1-α)A_t^dyn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548640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D64545"/>
                </a:solidFill>
              </a:rPr>
              <a:t>Interpretation: edges are task-relevant functional relations, not direct claims of anatomical connectivity.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10. Why a GNN at all?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A fair proposal must explain why graph reasoning adds value beyond connectivity summaries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657600" cy="40690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3560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What classical analysis already does well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341985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Pairwise edge differences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Windowed connectivity summaries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Graph metrics over time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Clear hypothesis testing and significance statements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526280" y="1325880"/>
            <a:ext cx="3657600" cy="40690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43560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What graph reasoning may add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645152" y="1709928"/>
            <a:ext cx="341985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Higher-order subnetworks and motifs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Joint modeling of node states and edge changes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Task-relevant graph trajectory representations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Better transfer to held-out subjects or datasets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321040" y="1325880"/>
            <a:ext cx="3246120" cy="4069080"/>
          </a:xfrm>
          <a:prstGeom prst="roundRect">
            <a:avLst>
              <a:gd name="adj" fmla="val 1690"/>
            </a:avLst>
          </a:prstGeom>
          <a:solidFill>
            <a:srgbClr val="FDEDED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85632" y="1435608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D64545"/>
                </a:solidFill>
              </a:rPr>
              <a:t>What we must prove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39912" y="1709928"/>
            <a:ext cx="3008376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GNN &gt; connectivity-summary baseline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GNN &gt; shared-units + non-graph temporal model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Otherwise the main contribution is the shared node space, not GNN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11. Public datasets and their roles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Use public datasets strategically rather than merging them blindly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NSD — main fMRI training set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04672" y="1618488"/>
            <a:ext cx="33284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8 subjects, 7T, 30–40 sessions, continuous recognition task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Best suited for cross-subject transfer, repeated measures, and recognition-state modeling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34340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THINGS — object recognition extension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462272" y="1618488"/>
            <a:ext cx="33284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fMRI + MEG + behavior around object concepts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Useful for object-level semantics, behavior alignment, and later temporal extensions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00100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EAF7F5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6559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9D94"/>
                </a:solidFill>
              </a:rPr>
              <a:t>BOLD5000 / NOD — external validation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119872" y="1618488"/>
            <a:ext cx="33284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BOLD5000 for cross-dataset fMRI validation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NOD for paired fMRI/MEG/EEG and a stronger multimodal extension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12. Tasks, baselines, evaluation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The proposal must separate representation learning value from graph value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Main tasks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04672" y="1618488"/>
            <a:ext cx="332841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Visual category / concept / embedding retrieval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Recognition-related prediction: old-vs-new, animate-vs-inanimate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Stimulus-conditioned graph trajectory modeling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349300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Analysis tasks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04672" y="3767328"/>
            <a:ext cx="3328416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Which units are recruited first?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Which edges are most recognition-relevant?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Is there a stable subnetwork recruitment order?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F3F7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Baselines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553712" y="1618488"/>
            <a:ext cx="3328416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Atlas ROI graph baseline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BrainGNN-style ROI graph model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EvolveGCN-style dynamic graph on fixed nodes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Shared units + non-graph temporal model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Connectivity summary + classifier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3383280" cy="4023360"/>
          </a:xfrm>
          <a:prstGeom prst="roundRect">
            <a:avLst>
              <a:gd name="adj" fmla="val 1622"/>
            </a:avLst>
          </a:prstGeom>
          <a:solidFill>
            <a:srgbClr val="FFF4E8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48472" y="1344168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28B30"/>
                </a:solidFill>
              </a:rPr>
              <a:t>Evaluation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302752" y="1618488"/>
            <a:ext cx="3145536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Held-out subject transfer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Few-shot new-subject adaptation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Cross-dataset validation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Node/edge/time-window interpretability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Ablations on nodes, edges, and temporal module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13. Expected novelty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Novelty must be more than “apply GNN to brain data”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429000" cy="37490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3560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Novelty 1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3191256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Learn cross-subject shared mesoscopic nodes instead of fixing atlas ROIs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3429000" cy="37490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143560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Novelty 2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507992" y="1709928"/>
            <a:ext cx="3191256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Construct dynamic graphs in the learned node space rather than on fixed ROI graphs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429000" cy="37490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43560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Novelty 3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165592" y="1709928"/>
            <a:ext cx="3191256" cy="3273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Formulate visual recognition as stimulus-conditioned graph evolution with interpretable node, edge, and time outputs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68680" y="5440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D64545"/>
                </a:solidFill>
              </a:rPr>
              <a:t>Core claim: learned shared node space + dynamic graph reasoning &gt; fixed ROI graph + direct temporal modeling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14. Later-stage extension: sEEG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How the framework could extend to invasive data without over-claiming the first paper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Why sEEG is attractive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04672" y="1618488"/>
            <a:ext cx="33284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High temporal resolution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Electrode contacts can be localized anatomically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Potentially better for studying rapid recruitment and local propagation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34340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What changes in the graph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462272" y="1618488"/>
            <a:ext cx="33284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Nodes can be ROI-anchored because contacts already carry ROI labels after preprocessing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Graphs become partially observed ROI graphs, not full whole-brain graphs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GNNs are natural for heterogeneous, incomplete graphs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00100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FF4E8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6559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F28B30"/>
                </a:solidFill>
              </a:rPr>
              <a:t>Important caveat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119872" y="1618488"/>
            <a:ext cx="33284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Coverage differs across patients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GNN can learn from incomplete graphs but does not magically recover unobserved regions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Shared-unit / masking / alignment mechanisms are still needed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15. Research roadmap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A staged plan that can still yield a strong first paper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560320" cy="4114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3560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Phase 1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Data + baselines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232257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Curate NSD / THINGS / optional external validation data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Reproduce ROI and summary baselines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Establish subject-held-out evaluation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3611880" y="1325880"/>
            <a:ext cx="2560320" cy="4114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76472" y="143560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Phase 2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Shared nodes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3730752" y="1709928"/>
            <a:ext cx="232257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Train voxel-to-shared-unit projection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Test cross-subject transfer and low-shot adaptation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Check whether learned node space beats fixed ROIs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2560320" cy="411480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143560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Phase 3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Dynamic graphs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611112" y="1709928"/>
            <a:ext cx="232257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Build A^base + A_t^dyn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Train dynamic reasoning model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Evaluate node, edge, and time-level interpretation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9372600" y="1325880"/>
            <a:ext cx="2011680" cy="4114800"/>
          </a:xfrm>
          <a:prstGeom prst="roundRect">
            <a:avLst>
              <a:gd name="adj" fmla="val 2727"/>
            </a:avLst>
          </a:prstGeom>
          <a:solidFill>
            <a:srgbClr val="EAF7F5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37192" y="143560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0F9D94"/>
                </a:solidFill>
              </a:rPr>
              <a:t>Phase 4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0F9D94"/>
                </a:solidFill>
              </a:rPr>
              <a:t>Extensions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9491472" y="1709928"/>
            <a:ext cx="177393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Cross-dataset validation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Optional paired multimodal extension with NOD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Possible sEEG follow-up for rapid dynamics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16. Risks and mitigation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Anticipating the strongest reviewer questions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474720" cy="41148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356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Risk 1: shared units are unstable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50392" y="1709928"/>
            <a:ext cx="323697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Mitigation: alignment and stability losses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Cross-session consistency checks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External validation on a second dataset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389120" y="1325880"/>
            <a:ext cx="3474720" cy="411480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14356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F7A"/>
                </a:solidFill>
              </a:rPr>
              <a:t>Risk 2: GNN adds little beyond summaries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4507992" y="1709928"/>
            <a:ext cx="323697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Mitigation: include strong non-graph baselines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Be willing to shift the core contribution toward the shared node space if needed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474720" cy="4114800"/>
          </a:xfrm>
          <a:prstGeom prst="roundRect">
            <a:avLst>
              <a:gd name="adj" fmla="val 1579"/>
            </a:avLst>
          </a:prstGeom>
          <a:solidFill>
            <a:srgbClr val="FDEDED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4356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D64545"/>
                </a:solidFill>
              </a:rPr>
              <a:t>Risk 3: dynamic edges look too black-box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165592" y="1709928"/>
            <a:ext cx="3236976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Mitigation: use a stable scaffold plus a lightweight edge generator</a:t>
            </a:r>
            <a:endParaRPr lang="en-US" sz="1260" dirty="0"/>
          </a:p>
          <a:p>
            <a:pPr marL="139700" indent="-139700">
              <a:buSzPct val="100000"/>
              <a:buChar char="•"/>
            </a:pPr>
            <a:r>
              <a:rPr lang="en-US" sz="1260" dirty="0">
                <a:solidFill>
                  <a:srgbClr val="14213D"/>
                </a:solidFill>
              </a:rPr>
              <a:t>Avoid direct claims of anatomical or causal connectivity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</a:rPr>
              <a:t>17. Take-home message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One sentence summary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332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  <a:effectLst>
            <a:outerShdw sx="100000" sy="100000" kx="0" ky="0" algn="bl" rotWithShape="0" blurRad="22860" dist="1397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98448" y="2121408"/>
            <a:ext cx="9555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F7A"/>
                </a:solidFill>
              </a:rPr>
              <a:t>From fixed ROI graphs to learned shared functional graphs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73F7A"/>
                </a:solidFill>
              </a:rPr>
              <a:t>From connectivity summaries to stimulus-conditioned dynamic graph reasoning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325880" y="3383280"/>
            <a:ext cx="9464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dirty="0">
                <a:solidFill>
                  <a:srgbClr val="14213D"/>
                </a:solidFill>
              </a:rPr>
              <a:t>The real contribution is not “another brain GNN”, but a cross-subject shared node-space framework for visual brain dynamics that can be tested against strong statistical and non-graph baselines.</a:t>
            </a:r>
            <a:endParaRPr lang="en-US" sz="1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7432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Perceptual-Unit Dynamic GNNs for Visual Brain Dynamics</dc:title>
  <dc:subject>Research proposal</dc:subject>
  <dc:creator>OpenAI</dc:creator>
  <cp:lastModifiedBy>OpenAI</cp:lastModifiedBy>
  <cp:revision>1</cp:revision>
  <dcterms:created xsi:type="dcterms:W3CDTF">2026-03-15T09:22:01Z</dcterms:created>
  <dcterms:modified xsi:type="dcterms:W3CDTF">2026-03-15T09:22:01Z</dcterms:modified>
</cp:coreProperties>
</file>